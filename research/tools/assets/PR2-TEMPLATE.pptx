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TC Avant Garde Gothic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TextBox 6"/>
          <p:cNvSpPr txBox="1"/>
          <p:nvPr/>
        </p:nvSpPr>
        <p:spPr>
          <a:xfrm>
            <a:off x="1662243" y="2438344"/>
            <a:ext cx="15482757" cy="5724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200" b="1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A Landmark-Anchored Timetable-Graph Model of Informal Public Transport: Verified Computation of Accessibility and Its Inequality from Open Data, with Agent-Reported Hospital Bed Capacity for Ambulance and Patient Routing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3200400" y="8123027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9791700"/>
            <a:ext cx="1164656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Box 9"/>
          <p:cNvSpPr txBox="1"/>
          <p:nvPr/>
        </p:nvSpPr>
        <p:spPr>
          <a:xfrm>
            <a:off x="4048686" y="8123027"/>
            <a:ext cx="9949987" cy="167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Brimbuela, Peter John A.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 De Asis, Dave Justin Ll. </a:t>
            </a:r>
          </a:p>
          <a:p>
            <a:pPr algn="ctr">
              <a:lnSpc>
                <a:spcPts val="4315"/>
              </a:lnSpc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Shin, Yeaseong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8413440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8413440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RRL/RRS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295817"/>
            <a:ext cx="1839491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THEORETICAL/CONCEPTUAL FRAMEWORK PARADIGM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16968991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17376398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17376398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HYPOTHESIS  (IF ANY)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886" y="324392"/>
            <a:ext cx="8413440" cy="12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85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8064"/>
            <a:ext cx="16230600" cy="61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1"/>
              </a:lnSpc>
            </a:pPr>
            <a:r>
              <a:rPr lang="en-US" sz="3355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content......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3216875" y="3089694"/>
            <a:ext cx="11854250" cy="425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QUESTIONS &amp; ANSWER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91817" y="4031050"/>
            <a:ext cx="12904366" cy="2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5486400" y="7677223"/>
            <a:ext cx="7315200" cy="465513"/>
          </a:xfrm>
          <a:custGeom>
            <a:avLst/>
            <a:gdLst/>
            <a:ahLst/>
            <a:cxnLst/>
            <a:rect l="l" t="t" r="r" b="b"/>
            <a:pathLst>
              <a:path w="7315200" h="465513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7534466" y="-2049686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-837818" y="7909979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91</Words>
  <Application>Microsoft Office PowerPoint</Application>
  <PresentationFormat>Custom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ITC Avant Garde Gothic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PR2 TEMPLATE</dc:title>
  <cp:lastModifiedBy>Dave Justin De Asis</cp:lastModifiedBy>
  <cp:revision>2</cp:revision>
  <dcterms:created xsi:type="dcterms:W3CDTF">2006-08-16T00:00:00Z</dcterms:created>
  <dcterms:modified xsi:type="dcterms:W3CDTF">2026-10-08T04:57:00Z</dcterms:modified>
  <dc:identifier>DAHXUrdeoSg</dc:identifier>
</cp:coreProperties>
</file>